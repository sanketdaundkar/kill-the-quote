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E85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THE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 Spreadsheet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63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RFx co-pilot, response extraction, and analyst chat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794760"/>
            <a:ext cx="2011680" cy="0"/>
          </a:xfrm>
          <a:prstGeom prst="line">
            <a:avLst/>
          </a:prstGeom>
          <a:noFill/>
          <a:ln w="38100">
            <a:solidFill>
              <a:srgbClr val="E854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Aerchain — Product Management Take-Home Assignment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623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Sanket Daundkar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week I'm trying to delete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A27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1-2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37160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RFx goes out to 5 vendors. Everyone quotes however they like.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A27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4688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3-9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242316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that ignores the template. A PDF with the discount in a footnote. A Word doc with commercials in a paragraph. An angled phone photo. An email shorthand.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A274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520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34747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retypes everything into one sheet by hand. Three days gone.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E8542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572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452628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asks one conditional question the sheet can't answer. There goes the fourth.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happens in every procurement team on earth. Nobody's built the thing that ends it — until now.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flow, end to end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real AI loops. No hardcoded answers, no replayed demo.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1A27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103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RFx Co-pilot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3756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talks scope, line items, questionnaire, and terms into existence through conversation.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3291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91840" y="192024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121B3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2103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6974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33756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Excel, PDF, Word, a photographed rate card, and a plain email — turns each into structured quotes.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3291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035040" y="192024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1A274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2103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6974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333756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Currency, per-unit vs per-box, matching to RFx lines — one comparable table, every assumption flagged.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291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778240" y="192024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121B3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61120" y="2103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0" y="26974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Chat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0" y="333756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over the whole comparison, backed by a real pandas query tool, not canned Q&amp;A.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vendors. 5 formats. Real messiness.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hardware refresh · 30 line items · 400 seats — all fabricated for the demo, textured on purpose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841248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TechSource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0" y="2203704"/>
            <a:ext cx="1005840" cy="365760"/>
          </a:xfrm>
          <a:prstGeom prst="roundRect">
            <a:avLst>
              <a:gd name="adj" fmla="val 15000"/>
            </a:avLst>
          </a:prstGeom>
          <a:solidFill>
            <a:srgbClr val="E8542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926080" y="220370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160520" y="1965960"/>
            <a:ext cx="7315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column layout &amp; item descriptions — no shared item codes. A matching problem, not a parsing one.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07208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IT Solutions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26080" y="3044952"/>
            <a:ext cx="1005840" cy="365760"/>
          </a:xfrm>
          <a:prstGeom prst="roundRect">
            <a:avLst>
              <a:gd name="adj" fmla="val 15000"/>
            </a:avLst>
          </a:prstGeom>
          <a:solidFill>
            <a:srgbClr val="E8542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26080" y="304495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2807208"/>
            <a:ext cx="7315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pricing, misses 2 line items, 6% discount buried in an 8pt footnote.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48456"/>
            <a:ext cx="11064240" cy="841248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648456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Hardware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26080" y="3886200"/>
            <a:ext cx="1005840" cy="365760"/>
          </a:xfrm>
          <a:prstGeom prst="roundRect">
            <a:avLst>
              <a:gd name="adj" fmla="val 15000"/>
            </a:avLst>
          </a:prstGeom>
          <a:solidFill>
            <a:srgbClr val="E8542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926080" y="38862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3648456"/>
            <a:ext cx="7315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Commercials in prose paragraphs; small accessories priced per-box, not per-unit.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489704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QuickSupply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926080" y="4727448"/>
            <a:ext cx="1005840" cy="365760"/>
          </a:xfrm>
          <a:prstGeom prst="roundRect">
            <a:avLst>
              <a:gd name="adj" fmla="val 15000"/>
            </a:avLst>
          </a:prstGeom>
          <a:solidFill>
            <a:srgbClr val="E8542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926080" y="472744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160520" y="4489704"/>
            <a:ext cx="7315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skewed/rotated rate-card photo; 3 unstocked items; a different box size than Prime Hardware.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330952"/>
            <a:ext cx="11064240" cy="841248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5330952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Systems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926080" y="5568696"/>
            <a:ext cx="1005840" cy="365760"/>
          </a:xfrm>
          <a:prstGeom prst="roundRect">
            <a:avLst>
              <a:gd name="adj" fmla="val 15000"/>
            </a:avLst>
          </a:prstGeom>
          <a:solidFill>
            <a:srgbClr val="E8542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926080" y="556869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160520" y="5330952"/>
            <a:ext cx="7315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"Rest same as last year" — only 5 changed prices stated, rest points at a prior PO.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Would a buyer act on this with ₹4 crore on the line?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09728" cy="1051560"/>
          </a:xfrm>
          <a:prstGeom prst="roundRect">
            <a:avLst/>
          </a:prstGeom>
          <a:solidFill>
            <a:srgbClr val="E8542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 a number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116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unit basis, box size, or a match is unclear, the extraction flags it with a reason — it does not guess.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09728" cy="1051560"/>
          </a:xfrm>
          <a:prstGeom prst="roundRect">
            <a:avLst/>
          </a:prstGeom>
          <a:solidFill>
            <a:srgbClr val="E8542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926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vendors, two box sizes, same item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832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Per-box pricing is converted to per-unit using each vendor's own stated box size — never averaged or assumed equal.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109728" cy="1051560"/>
          </a:xfrm>
          <a:prstGeom prst="roundRect">
            <a:avLst/>
          </a:prstGeom>
          <a:solidFill>
            <a:srgbClr val="E854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297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rate is a visible, hardcoded assumption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7548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live API call — the number is auditable and named in the code, not hidden behind a service call that might silently fail.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"rest, same as last year" 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Apex's email states 5 changed prices and points at a prior PO for the other 25 lines. Leaving those blank makes an existing vendor look artificially incomplete.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rule: fill it, and flag it — never silently.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E8EDF5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926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2044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record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977640"/>
            <a:ext cx="3044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is treated as an existing vendor with last cycle's price file on file — as a real system would have.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9392" y="269748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E8EDF5"/>
          </a:solidFill>
          <a:ln/>
        </p:spPr>
      </p:sp>
      <p:sp>
        <p:nvSpPr>
          <p:cNvPr id="11" name="Shape 9"/>
          <p:cNvSpPr/>
          <p:nvPr/>
        </p:nvSpPr>
        <p:spPr>
          <a:xfrm>
            <a:off x="4507992" y="2926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07992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352044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Gap-fill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07992" y="3977640"/>
            <a:ext cx="3044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RFx lines are filled from that record when the vendor references "same as last year."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10144" y="269748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E8EDF5"/>
          </a:solidFill>
          <a:ln/>
        </p:spPr>
      </p:sp>
      <p:sp>
        <p:nvSpPr>
          <p:cNvPr id="16" name="Shape 14"/>
          <p:cNvSpPr/>
          <p:nvPr/>
        </p:nvSpPr>
        <p:spPr>
          <a:xfrm>
            <a:off x="8238744" y="2926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38744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38744" y="352044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disclosed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38744" y="3977640"/>
            <a:ext cx="3044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filled line is tagged carried_forward=True with a review reason — the analyst chat surfaces it whenever relevant.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clicking. Start asking.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400800" cy="2011680"/>
          </a:xfrm>
          <a:prstGeom prst="roundRect">
            <a:avLst>
              <a:gd name="adj" fmla="val 5455"/>
            </a:avLst>
          </a:prstGeom>
          <a:solidFill>
            <a:srgbClr val="121B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if we split it, cheapest per line, but only among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vendors who cleared the quality questionnaire?"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question that used to cost the buyer their 4th day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7307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8542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6576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gets a real run_pandas_query tool over the live comparison table — the question is never pre-baked.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5994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8542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45262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rules like "cleared the questionnaire" aren't a schema column — the model derives them and states the rule it applied, since it's a judgment call the buyer can override.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46811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8542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53949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needs_buyer_review and carried_forward flags are surfaced in the answer whenever they're relevant — a shaky number never looks identical to a solid one.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deliberately left out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Live vendor outreach (SMTP) — plumbing stubbed per the brief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Live FX rates — hardcoded and disclosed instead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Auth, multi-tenant, persistence beyond local/session state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463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 generalized any-category UI — one category, built deep not wide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20574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Separate OCR confidence scoring — folded into the model's own stated confidence for now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11064240" cy="0"/>
          </a:xfrm>
          <a:prstGeom prst="line">
            <a:avLst/>
          </a:prstGeom>
          <a:noFill/>
          <a:ln w="12700">
            <a:solidFill>
              <a:srgbClr val="3A44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interesting problem, if I'm honest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in extracting messy documents — models are already good at that — and more in deciding what to do the moment you know something is uncertain: fill it and flag it, or leave it blank, or ask the buyer first. "Fill and flag, never silently" became the one rule applied everywhere in this build.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264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write-up in decisions.md  ·  Live build + recorded walkthrough linked separately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2026-08-30T04:48:48Z</dcterms:created>
  <dcterms:modified xsi:type="dcterms:W3CDTF">2026-08-30T04:48:48Z</dcterms:modified>
</cp:coreProperties>
</file>